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Codex AI 程式開發操作手冊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從入門到實戰（工程師 / 教學 / 副業適用）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Codex 是什麼？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程式開發助手</a:t>
            </a:r>
          </a:p>
          <a:p>
            <a:r>
              <a:t>自然語言轉程式碼</a:t>
            </a:r>
          </a:p>
          <a:p>
            <a:r>
              <a:t>可寫程式、除錯、重構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Codex 可以做什麼？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自動生成程式</a:t>
            </a:r>
          </a:p>
          <a:p>
            <a:r>
              <a:t>Debug除錯</a:t>
            </a:r>
          </a:p>
          <a:p>
            <a:r>
              <a:t>專案開發</a:t>
            </a:r>
          </a:p>
          <a:p>
            <a:r>
              <a:t>讀取程式碼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使用方式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ChatGPT</a:t>
            </a:r>
          </a:p>
          <a:p>
            <a:r>
              <a:t>CLI</a:t>
            </a:r>
          </a:p>
          <a:p>
            <a:r>
              <a:t>IDE（VS Code）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基本操作流程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輸入需求</a:t>
            </a:r>
          </a:p>
          <a:p>
            <a:r>
              <a:t>生成程式</a:t>
            </a:r>
          </a:p>
          <a:p>
            <a:r>
              <a:t>執行與修改</a:t>
            </a:r>
          </a:p>
          <a:p>
            <a:r>
              <a:t>優化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Prompt寫法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明確需求</a:t>
            </a:r>
          </a:p>
          <a:p>
            <a:r>
              <a:t>指定語言</a:t>
            </a:r>
          </a:p>
          <a:p>
            <a:r>
              <a:t>給輸出格式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用Python寫計算機</a:t>
            </a:r>
          </a:p>
          <a:p>
            <a:r>
              <a:t>AI自動生成完整程式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Debug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提供錯誤程式</a:t>
            </a:r>
          </a:p>
          <a:p>
            <a:r>
              <a:t>AI自動修正並解釋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專案開發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需求→架構→開發→優化→部署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多任務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可同時開發多模組</a:t>
            </a:r>
          </a:p>
          <a:p>
            <a:r>
              <a:t>提升效率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安全性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沙盒執行</a:t>
            </a:r>
          </a:p>
          <a:p>
            <a:r>
              <a:t>可控權限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應用場景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自動化</a:t>
            </a:r>
          </a:p>
          <a:p>
            <a:r>
              <a:t>IoT</a:t>
            </a:r>
          </a:p>
          <a:p>
            <a:r>
              <a:t>Web</a:t>
            </a:r>
          </a:p>
          <a:p>
            <a:r>
              <a:t>資料分析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副業應用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接案</a:t>
            </a:r>
          </a:p>
          <a:p>
            <a:r>
              <a:t>教學</a:t>
            </a:r>
          </a:p>
          <a:p>
            <a:r>
              <a:t>賣筆記</a:t>
            </a:r>
          </a:p>
          <a:p>
            <a:r>
              <a:t>開課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工具比較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Copilot: 補code</a:t>
            </a:r>
          </a:p>
          <a:p>
            <a:r>
              <a:t>Codex: 做專案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注意事項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需基礎程式能力</a:t>
            </a:r>
          </a:p>
          <a:p>
            <a:r>
              <a:t>需驗證結果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學習建議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</a:t>
            </a:r>
          </a:p>
          <a:p>
            <a:r>
              <a:t>C語言</a:t>
            </a:r>
          </a:p>
          <a:p>
            <a:r>
              <a:t>Git</a:t>
            </a:r>
          </a:p>
          <a:p>
            <a:r>
              <a:t>Prompt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結論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AI提升效率</a:t>
            </a:r>
          </a:p>
          <a:p>
            <a:r>
              <a:t>工程師必備技能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